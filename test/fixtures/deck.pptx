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83FF00A-A69C-4AC2-AA29-2F816FE45D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540000" y="5040000"/>
            <a:ext cx="90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Introduce myself and the thesis.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540000" y="5040000"/>
            <a:ext cx="90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Credit Jordan Alvarez for the interview idea.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1ADCFB-EFE1-4380-8A10-02E9B45E8B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FA0AF5-D4F0-4C92-AAE3-573345371C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D3DCEC-40A7-4AE6-BAED-7463CF65142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540000" y="360000"/>
            <a:ext cx="9000000" cy="9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Car-Free Downtowns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By Grace Kim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ENG 101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540000" y="360000"/>
            <a:ext cx="9000000" cy="9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Why it works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Streets become places for people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Local sales roughly double on festival weekends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540000" y="360000"/>
            <a:ext cx="9000000" cy="9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Conclusion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Cities should ban private cars downtown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